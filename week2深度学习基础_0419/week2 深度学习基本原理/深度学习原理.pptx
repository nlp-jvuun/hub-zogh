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7" r:id="rId11"/>
    <p:sldId id="288" r:id="rId12"/>
    <p:sldId id="265" r:id="rId13"/>
    <p:sldId id="266" r:id="rId14"/>
    <p:sldId id="267" r:id="rId15"/>
    <p:sldId id="268" r:id="rId16"/>
    <p:sldId id="269" r:id="rId17"/>
    <p:sldId id="289" r:id="rId18"/>
    <p:sldId id="291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42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0DB43E-966E-2B27-7C04-892DD3AA2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" y="0"/>
            <a:ext cx="9139604" cy="5143500"/>
          </a:xfrm>
          <a:prstGeom prst="rect">
            <a:avLst/>
          </a:prstGeom>
        </p:spPr>
      </p:pic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B259037-9899-5C88-A405-886CA7FB0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53" y="1065414"/>
            <a:ext cx="6666136" cy="24384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87FB68A-E8E5-BB06-6F5F-6A8404639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4106" y="3559881"/>
            <a:ext cx="4308230" cy="152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86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57F5-8F92-3FEB-745C-B5C11ACD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42C485-7680-A3D6-406B-9EC4CC903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" y="0"/>
            <a:ext cx="9139604" cy="51435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850BDB6-E6B0-F6EA-F4FA-14BC8F074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63" y="1091793"/>
            <a:ext cx="6273701" cy="24075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F8FD4E-0968-A259-6FC2-6CD5EB429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497" y="3516923"/>
            <a:ext cx="4227021" cy="160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99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math/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grad/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1_grad/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2_core/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F647B5-B824-B443-13D6-66E1886F9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46"/>
            <a:ext cx="9144000" cy="511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84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F8D13B-5A30-75D8-0DAB-9B7F57E2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5"/>
            <a:ext cx="9144000" cy="513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7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2_core/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2_core/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2_core/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2_core/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3_nn/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3_nn/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3_nn/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3_nn/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3_nn/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3_nn/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4_train/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4_train/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4_train/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edia/yinzimo/系统/daily_work/make_powerpoint/deeplearningbasic/previews/part4_train/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84</Words>
  <Application>Microsoft Office PowerPoint</Application>
  <PresentationFormat>全屏显示(16:9)</PresentationFormat>
  <Paragraphs>84</Paragraphs>
  <Slides>32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4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zimo Yin</cp:lastModifiedBy>
  <cp:revision>8</cp:revision>
  <dcterms:created xsi:type="dcterms:W3CDTF">2026-04-10T07:01:08Z</dcterms:created>
  <dcterms:modified xsi:type="dcterms:W3CDTF">2026-04-16T10:01:28Z</dcterms:modified>
</cp:coreProperties>
</file>